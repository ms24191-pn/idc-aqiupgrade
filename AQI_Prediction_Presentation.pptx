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F6B7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F6B72"/>
                </a:solidFill>
                <a:latin typeface="Calibri"/>
              </a:rPr>
              <a:t>Random Forest importance (top 6 features)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A7F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B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PM2.5</c:v>
                  </c:pt>
                  <c:pt idx="1">
                    <c:v>CO</c:v>
                  </c:pt>
                  <c:pt idx="2">
                    <c:v>PM10</c:v>
                  </c:pt>
                  <c:pt idx="3">
                    <c:v>SO2</c:v>
                  </c:pt>
                  <c:pt idx="4">
                    <c:v>NO</c:v>
                  </c:pt>
                  <c:pt idx="5">
                    <c:v>NO2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0.401</c:v>
                </c:pt>
                <c:pt idx="1">
                  <c:v>0.319</c:v>
                </c:pt>
                <c:pt idx="2">
                  <c:v>0.089</c:v>
                </c:pt>
                <c:pt idx="3">
                  <c:v>0.047</c:v>
                </c:pt>
                <c:pt idx="4">
                  <c:v>0.046</c:v>
                </c:pt>
                <c:pt idx="5">
                  <c:v>0.04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22B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B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Air Quality Index of Indian cities using regression models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Achalesh Nimbiwal (MS24255), Peehu (MS24191), Vaibhav (MS24090)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IISER Mohali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 major environmental concern in India. The Air Quality Index (AQI) summarizes pollution levels in a single number, based on measured pollutant concentrations.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air-quality data from Indian cities.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AQI from pollutant concentrations using three regression models.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models and compare them using MAE, RMSE, and R².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separate next-day AQI models for six cities.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India Air Quality Data (2015-2020) from Kaggle.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city_day.csv contains one row for each city on each day.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 is AQI.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for Part I are twelve pollutant measurements.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Particulate matter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PM2.5, PM10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compounds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NO2, NOx, NH3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CO, SO2, O3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compounds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Benzene, Toluene, Xylene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missing AQI value were removed.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pollutant values were filled with the median of each pollutant.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checked for null values, duplicate rows, and inconsistent city names.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column was converted to the datetime format.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and weekday were extracted from the date.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season label and a winter indicator were added.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average AQI was plotted for every city and for the ten cities with the most records.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AQI were compared for Delhi, Mumbai, Chandigarh, Bengaluru, Chennai, and Hyderabad from September 2019 to July 2020.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showed the distribution of each pollutant, and a correlation heatmap showed the relationships between pollutants.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plots showed a seasonal pattern, with AQI generally lower in the summer months.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plots do not explain the cause of the seasonal pattern.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I: Models and Settings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pollutants were the inputs, and AQI was the target.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split 80/20 into training and test sets (random_state = 42).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of the Decision Tree and Random Forest were tuned with RandomizedSearchCV.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= 10, min_samples_leaf = 20, min_samples_split =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= 120, max_depth = 20, max_features = 0.5, min_samples_split = 10, min_samples_leaf = 1, bootstrap =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I: Results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and RMSE and a higher R² indicate better performance.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280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lowest errors and the highest R².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the baseline, had the largest errors.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is the average error, RMSE penalizes large errors more strongly, and R² is the share of AQI variation explained.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I: Feature Importance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972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and CO were the most important features in both the Decision Tree and the Random Forest.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Linear Regression, CO had the largest coefficient magnitude.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twelve features were kept, because the analysis did not justify removing any of them.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describes how a model uses its inputs. It does not prove that a pollutant causes a change in AQI.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II: Next-Day AQI Method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AQI_lag_1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one day earlier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AQI_lag_2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two days earlier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AQI_lag_3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three days earlier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AQI_lag_7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seven days earlier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AQI_rolling_mean_3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AQI over three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AQI_rolling_mean_7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AQI over seven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188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Random Forest model was trained for each of six cities: Bengaluru, Chennai, Hyderabad, Delhi, Mumbai, and Chandigarh.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dataset was ordered by date, and the lag features and rolling means were calculated from its past AQI values.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selected the hyperparameters for each city.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predicts the AQI of the day after the latest record.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II: Results by City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0584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Chandigarh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MAE is the best cross-validation error found during tuning.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had the highest test R² (0.846), but also the largest absolute errors.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had the lowest test MAE (9.19), although its R² was 0.600.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had an MAE of 12.44 but the weakest R² (0.223).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differences show why more than one metric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II: Tuned Hyperparameters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05840"/>
                <a:gridCol w="1188720"/>
                <a:gridCol w="1371600"/>
                <a:gridCol w="128016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Chandigarh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has its own optimized settings, which reflects the differences in how AQI behaves across cities.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pollutant-based models estimate AQI but do not forecast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ends in 2020 and includes the COVID-19 lockdown period.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cannot capture sudden changes caused by weather or emissions.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correlation do not prove cause and effect.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 variables such as temperature, humidity, wind speed, and rainfall.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city-wise models with a single pooled model.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other time-series forecasting methods.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analysis to more cities and newer data.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gave the best pollutant-based estimates, with an MAE of 20.54, an RMSE of 40.31, and an R² of 0.911.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and CO were the most important features in the tree-based models.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city-wise Random Forest models were built for next-day AQI prediction, and their performance varied from city to city.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two parts show how AQI can be estimated from pollutants and forecast from past AQI values.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Prediction</dc:title>
  <dc:subject>PptxGenJS Presentation</dc:subject>
  <dc:creator>Achalesh Nimbiwal, Peehu, Vaibhav</dc:creator>
  <cp:lastModifiedBy>Achalesh Nimbiwal, Peehu, Vaibhav</cp:lastModifiedBy>
  <cp:revision>1</cp:revision>
  <dcterms:created xsi:type="dcterms:W3CDTF">2026-10-30T13:24:05Z</dcterms:created>
  <dcterms:modified xsi:type="dcterms:W3CDTF">2026-10-30T13:24:05Z</dcterms:modified>
</cp:coreProperties>
</file>